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MDB Theme">
  <a:themeElements>
    <a:clrScheme name="TMDB">
      <a:dk1>
        <a:srgbClr val="08111F"/>
      </a:dk1>
      <a:lt1>
        <a:srgbClr val="F3F6FF"/>
      </a:lt1>
      <a:dk2>
        <a:srgbClr val="101A2F"/>
      </a:dk2>
      <a:lt2>
        <a:srgbClr val="B8C7ED"/>
      </a:lt2>
      <a:accent1>
        <a:srgbClr val="7AA2FF"/>
      </a:accent1>
      <a:accent2>
        <a:srgbClr val="56D9B8"/>
      </a:accent2>
      <a:accent3>
        <a:srgbClr val="F6C85F"/>
      </a:accent3>
      <a:accent4>
        <a:srgbClr val="13243D"/>
      </a:accent4>
      <a:accent5>
        <a:srgbClr val="FFFFFF"/>
      </a:accent5>
      <a:accent6>
        <a:srgbClr val="263A5F"/>
      </a:accent6>
      <a:hlink>
        <a:srgbClr val="7AA2FF"/>
      </a:hlink>
      <a:folHlink>
        <a:srgbClr val="7AA2FF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11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TMDB Movie Success Final Video Presentation</dc:title>
  <dc:creator>Pratham Tushar Shah</dc:creator>
</cp:coreProperties>
</file>